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224E"/>
    <a:srgbClr val="ABE7B2"/>
    <a:srgbClr val="93BFC7"/>
    <a:srgbClr val="ECF4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70" d="100"/>
          <a:sy n="70" d="100"/>
        </p:scale>
        <p:origin x="72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00386-B49C-603A-EE41-FECD97E22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21F303-3BF5-416A-EB42-7B1C02568C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4893C-FB65-F75D-5DE5-7DED24660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90C8-93FE-4EBA-9B7F-33A02D9EE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E7462A-9451-058F-919F-CEBE855A6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0DEDE-55CC-D390-0F2B-4B8FEF0A7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C26A-62B3-4985-A882-836D813C8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3165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3FF2D-5B5B-7123-C4DF-4CCF30A82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08970-E691-7D3F-D589-7D821FF86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220349-9400-6B61-2420-1D3CF3E5C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90C8-93FE-4EBA-9B7F-33A02D9EE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C9CD61-10B9-4F6A-96B5-B485FD586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E9C31-9247-DC00-3C38-437C95C9B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C26A-62B3-4985-A882-836D813C8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9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60B04-2052-5759-EBE1-FAFF6BABD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C2A0D1-50FF-8ED0-A10E-09B371B221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CE2000-CB96-FC18-53C6-205A5E6D05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90C8-93FE-4EBA-9B7F-33A02D9EE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B7458-2F37-FEFB-6B5F-9C1193DCF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84555-B993-D28B-9CBA-9EF9A2F30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C26A-62B3-4985-A882-836D813C8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724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E457F-DCE8-433A-19CC-A6E5BB75C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EF8C67-CECA-1165-CBF4-48E4A24B09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412780-40FD-7A6F-8DC9-BBACD467A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D1D77A-5C7D-650C-EBAC-5B052CBBE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90C8-93FE-4EBA-9B7F-33A02D9EE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FABE8-1968-1E14-927D-89E4B3C402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A2776-5A9A-AB70-A433-BF72EF98A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C26A-62B3-4985-A882-836D813C8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5410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B74F4-306B-3F50-2C7F-9A1D3E4A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CFDD6A-CCD4-35E7-13CD-190868E96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954952-6E28-3424-0581-995C2634EB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27AE73D-1951-A500-D012-2AC1B52578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334D46-3DBF-7A61-6497-F5F444DEF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F3F073-DBE5-3533-0CC9-4D68CCB930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90C8-93FE-4EBA-9B7F-33A02D9EE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51BE8B-764D-D14E-1BFF-6F106E115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DCDF9A-2C02-6A83-A90B-6A9C4D64A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C26A-62B3-4985-A882-836D813C8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701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28FB38-9FD8-E19D-E45B-825070B1C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FE9624-DCF0-2E50-D1A1-A5F74C149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90C8-93FE-4EBA-9B7F-33A02D9EE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F34BEE-924E-F9B7-D3E3-11CBCE518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5CAE06-9867-AF2C-48B5-988138114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C26A-62B3-4985-A882-836D813C8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506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3F2F95-4264-9117-7BDF-E2C41262A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90C8-93FE-4EBA-9B7F-33A02D9EE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D3F798-97DC-9621-2A0D-F3CEDFC83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83C1CD-C0AF-DD8B-7799-8463D2BFD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C26A-62B3-4985-A882-836D813C8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8807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6734B-4C70-6F65-2595-9854AD5569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4ACBF-C536-D621-BF4F-A579EA13DE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E49938-1FEF-22E3-1303-0CF3CCEF1D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929A16-1C51-97C9-69D1-3D58972E5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90C8-93FE-4EBA-9B7F-33A02D9EE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B9D13A-3F59-AF85-3F4D-8C276CB87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F26649-EF2F-270A-5973-A916E7A90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C26A-62B3-4985-A882-836D813C8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851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D5154-965A-DC0A-6C8E-3AC6DF969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CBB1F8-3AF9-FD6E-5B3D-97710EF3D2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B7E688-B440-DB0D-1A0A-EAC3EA0958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A6F23F-F375-ABD2-05B2-3BD7E3CD0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90C8-93FE-4EBA-9B7F-33A02D9EE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7B3D4C-D276-C22C-D7A3-F1A553BDB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9AD2AE-1ECF-F59D-16D4-9B4D69794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C26A-62B3-4985-A882-836D813C8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110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EA71B2-D7C7-1BB9-72BB-ADE59EFCA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906B27-40FC-A19E-0FB9-AC546B2F9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CDC6C1-E176-4D41-4959-173F11DFD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90C8-93FE-4EBA-9B7F-33A02D9EE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A9B6A6-B438-AE07-B8DE-6EB59CF60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421482-C754-88F9-09FC-7B4DA9D1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C26A-62B3-4985-A882-836D813C8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724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448219-6E4B-1418-5EC3-9033DA1900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BD9A05-A7A0-75C1-713C-B27167C8F8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5D25C3-9CFF-16DF-0CF5-C1A51BCA91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AD90C8-93FE-4EBA-9B7F-33A02D9EE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9FD67-224F-97DB-40C8-6CA3DE46E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428AAA-EB18-323B-5E86-FBF897D83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CC26A-62B3-4985-A882-836D813C8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893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DDEDAF-FB85-AA4B-16D6-9F19C1067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9BA40-F73A-44B0-6514-7ECDE7E163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E02A2-747B-F030-9557-94089FC9B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D90C8-93FE-4EBA-9B7F-33A02D9EEA1F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4EA665-2E64-3B92-CC3E-EAB87C7A58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A8137B-1F5E-A9C2-6589-E0B3056585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CC26A-62B3-4985-A882-836D813C86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332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4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0F14E2D-E70C-F5D9-AAF4-A54002126533}"/>
              </a:ext>
            </a:extLst>
          </p:cNvPr>
          <p:cNvSpPr/>
          <p:nvPr/>
        </p:nvSpPr>
        <p:spPr>
          <a:xfrm>
            <a:off x="0" y="1442436"/>
            <a:ext cx="8113689" cy="5415566"/>
          </a:xfrm>
          <a:prstGeom prst="roundRect">
            <a:avLst/>
          </a:prstGeom>
          <a:solidFill>
            <a:srgbClr val="ABE7B2"/>
          </a:solidFill>
          <a:ln>
            <a:solidFill>
              <a:srgbClr val="93BF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52DAC9D-6A73-890C-2044-A2880D3492C9}"/>
              </a:ext>
            </a:extLst>
          </p:cNvPr>
          <p:cNvSpPr/>
          <p:nvPr/>
        </p:nvSpPr>
        <p:spPr>
          <a:xfrm>
            <a:off x="8242478" y="1442435"/>
            <a:ext cx="3949521" cy="5415566"/>
          </a:xfrm>
          <a:prstGeom prst="roundRect">
            <a:avLst/>
          </a:prstGeom>
          <a:solidFill>
            <a:srgbClr val="ABE7B2"/>
          </a:solidFill>
          <a:ln>
            <a:solidFill>
              <a:srgbClr val="ECF4E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894B195-44FE-BACA-517D-AC2EF7D1ECCE}"/>
              </a:ext>
            </a:extLst>
          </p:cNvPr>
          <p:cNvSpPr/>
          <p:nvPr/>
        </p:nvSpPr>
        <p:spPr>
          <a:xfrm>
            <a:off x="0" y="1"/>
            <a:ext cx="12192000" cy="1287886"/>
          </a:xfrm>
          <a:prstGeom prst="roundRect">
            <a:avLst/>
          </a:prstGeom>
          <a:solidFill>
            <a:srgbClr val="ABE7B2"/>
          </a:solidFill>
          <a:ln>
            <a:solidFill>
              <a:srgbClr val="93BFC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467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F4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DC86D-FC71-62AA-1917-F678A3AAE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DE56135-EE84-EA46-A0BF-92823BE689F3}"/>
              </a:ext>
            </a:extLst>
          </p:cNvPr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11224E"/>
          </a:solidFill>
          <a:ln>
            <a:solidFill>
              <a:srgbClr val="11224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60829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Zei Kendou</dc:creator>
  <cp:lastModifiedBy>Zei Kendou</cp:lastModifiedBy>
  <cp:revision>5</cp:revision>
  <dcterms:created xsi:type="dcterms:W3CDTF">2025-10-27T07:18:27Z</dcterms:created>
  <dcterms:modified xsi:type="dcterms:W3CDTF">2025-10-27T10:43:26Z</dcterms:modified>
</cp:coreProperties>
</file>